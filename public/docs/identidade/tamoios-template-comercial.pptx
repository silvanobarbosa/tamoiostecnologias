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Substitua os campos entre colchetes. Instale Fraunces e Inter antes de editar. Mantenha o logo original, sem efeitos. Texto e formas editáveis; fotos e logo são imagens.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fatos aprovados pela empresa. Nunca acrescentar clientes, certificações ou números sem validação.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Substitua a imagem por uma foto real da solução. Preserve a proporção da foto; não cortar bordas ou encaixes essenciais.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Somente benefícios aprovados. Não inserir promessas de desempenho sem fonte.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Nenhum resultado neste layout é real até preencher e validar. Use nome e logo do cliente apenas com autorização.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Substitua todos os campos comerciais. Não usar preços ou prazos fictícios.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861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TAMOIOS TECNOLOGIA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5943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86157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A29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AF9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TAMOIOS TECNOLOGIA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5943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AF9F4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5943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86157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jpe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A2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APRESENTAÇÃO COMERCIAL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94360" y="960120"/>
            <a:ext cx="10881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AF9F4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Tamoios Tecnologia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594360" y="23774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AF9F4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[TÍTULO DA PROPOSTA]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94360" y="384048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AF9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[CLIENTE]  /  [DATA]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9281160" y="2377440"/>
            <a:ext cx="2286000" cy="2286000"/>
          </a:xfrm>
          <a:prstGeom prst="rect">
            <a:avLst/>
          </a:prstGeom>
          <a:solidFill>
            <a:srgbClr val="FAF9F4"/>
          </a:solidFill>
          <a:ln w="12700">
            <a:solidFill>
              <a:srgbClr val="FAF9F4">
                <a:alpha val="0"/>
              </a:srgbClr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0" y="2514600"/>
            <a:ext cx="2011680" cy="201168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5943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AF9F4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397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/ EMPRESA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94360" y="960120"/>
            <a:ext cx="10881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44330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Tecnologia em biomassa.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594360" y="2377440"/>
            <a:ext cx="5486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44330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Embalagens em polpa moldada para varejo, indústria e agro.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94360" y="4206240"/>
            <a:ext cx="5486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C22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[RESUMO DA EMPRESA E DIFERENCIAL VALIDADO]</a:t>
            </a:r>
            <a:endParaRPr lang="en-US" sz="22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2377440"/>
            <a:ext cx="3017520" cy="30175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5943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86157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397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/ PORTFÓLIO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94360" y="960120"/>
            <a:ext cx="10881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44330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Soluções em polpa moldada.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594360" y="2377440"/>
            <a:ext cx="3410712" cy="2286000"/>
          </a:xfrm>
          <a:prstGeom prst="rect">
            <a:avLst/>
          </a:prstGeom>
          <a:solidFill>
            <a:srgbClr val="F5F0E5"/>
          </a:solidFill>
          <a:ln w="12700">
            <a:solidFill>
              <a:srgbClr val="F5F0E5">
                <a:alpha val="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28039" y="2468880"/>
            <a:ext cx="1343354" cy="21031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4360" y="4937760"/>
            <a:ext cx="3410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4330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Bandejas FLV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594360" y="5623560"/>
            <a:ext cx="3410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C22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[APLICAÇÃO / DIFERENCIAL]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4389120" y="2377440"/>
            <a:ext cx="3410712" cy="2286000"/>
          </a:xfrm>
          <a:prstGeom prst="rect">
            <a:avLst/>
          </a:prstGeom>
          <a:solidFill>
            <a:srgbClr val="F5F0E5"/>
          </a:solidFill>
          <a:ln w="12700">
            <a:solidFill>
              <a:srgbClr val="F5F0E5">
                <a:alpha val="0"/>
              </a:srgbClr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6137" y="2468880"/>
            <a:ext cx="2816679" cy="21031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389120" y="4937760"/>
            <a:ext cx="3410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4330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Calços técnicos</a:t>
            </a:r>
            <a:endParaRPr lang="en-US" sz="2600" dirty="0"/>
          </a:p>
        </p:txBody>
      </p:sp>
      <p:sp>
        <p:nvSpPr>
          <p:cNvPr id="11" name="Text 7"/>
          <p:cNvSpPr/>
          <p:nvPr/>
        </p:nvSpPr>
        <p:spPr>
          <a:xfrm>
            <a:off x="4389120" y="5623560"/>
            <a:ext cx="3410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C22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[APLICAÇÃO / DIFERENCIAL]</a:t>
            </a:r>
            <a:endParaRPr lang="en-US" sz="1800" dirty="0"/>
          </a:p>
        </p:txBody>
      </p:sp>
      <p:sp>
        <p:nvSpPr>
          <p:cNvPr id="12" name="Shape 8"/>
          <p:cNvSpPr/>
          <p:nvPr/>
        </p:nvSpPr>
        <p:spPr>
          <a:xfrm>
            <a:off x="8183880" y="2377440"/>
            <a:ext cx="3410712" cy="2286000"/>
          </a:xfrm>
          <a:prstGeom prst="rect">
            <a:avLst/>
          </a:prstGeom>
          <a:solidFill>
            <a:srgbClr val="F5F0E5"/>
          </a:solidFill>
          <a:ln w="12700">
            <a:solidFill>
              <a:srgbClr val="F5F0E5">
                <a:alpha val="0"/>
              </a:srgbClr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320" y="2736178"/>
            <a:ext cx="3227832" cy="156852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183880" y="4937760"/>
            <a:ext cx="3410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4330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Agro-florestal</a:t>
            </a:r>
            <a:endParaRPr lang="en-US" sz="2600" dirty="0"/>
          </a:p>
        </p:txBody>
      </p:sp>
      <p:sp>
        <p:nvSpPr>
          <p:cNvPr id="15" name="Text 10"/>
          <p:cNvSpPr/>
          <p:nvPr/>
        </p:nvSpPr>
        <p:spPr>
          <a:xfrm>
            <a:off x="8183880" y="5623560"/>
            <a:ext cx="3410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C22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[APLICAÇÃO / DIFERENCIAL]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5943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86157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397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/ PRODUTO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94360" y="960120"/>
            <a:ext cx="10881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44330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[NOME DA SOLUÇÃO]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594360" y="2468880"/>
            <a:ext cx="4800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44330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[BENEFÍCIO PRINCIPAL]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94360" y="3749040"/>
            <a:ext cx="4937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C22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[DESCRIÇÃO CURTA]</a:t>
            </a:r>
            <a:endParaRPr lang="en-US" sz="2200" dirty="0"/>
          </a:p>
          <a:p>
            <a:pPr indent="0" marL="0">
              <a:buNone/>
            </a:pP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0C22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[MATERIAL / DIMENSÕES]</a:t>
            </a:r>
            <a:endParaRPr lang="en-US" sz="2200" dirty="0"/>
          </a:p>
          <a:p>
            <a:pPr indent="0" marL="0">
              <a:buNone/>
            </a:pP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0C22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[APLICAÇÃO]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217920" y="2377440"/>
            <a:ext cx="5349240" cy="3566160"/>
          </a:xfrm>
          <a:prstGeom prst="rect">
            <a:avLst/>
          </a:prstGeom>
          <a:solidFill>
            <a:srgbClr val="F5F0E5"/>
          </a:solidFill>
          <a:ln w="12700">
            <a:solidFill>
              <a:srgbClr val="F5F0E5">
                <a:alpha val="0"/>
              </a:srgbClr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49415" y="2560320"/>
            <a:ext cx="4286250" cy="32004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5943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86157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397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/ BENEFÍCIOS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94360" y="960120"/>
            <a:ext cx="10881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44330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O valor para a operação.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594360" y="2468880"/>
            <a:ext cx="548640" cy="548640"/>
          </a:xfrm>
          <a:prstGeom prst="rect">
            <a:avLst/>
          </a:prstGeom>
          <a:solidFill>
            <a:srgbClr val="144330"/>
          </a:solidFill>
          <a:ln w="12700">
            <a:solidFill>
              <a:srgbClr val="144330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2478024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AF9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94360" y="3383280"/>
            <a:ext cx="3410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330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Proteção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94360" y="4297680"/>
            <a:ext cx="341071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C22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[BENEFÍCIO COM EVIDÊNCIA VALIDADA]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389120" y="2468880"/>
            <a:ext cx="548640" cy="548640"/>
          </a:xfrm>
          <a:prstGeom prst="rect">
            <a:avLst/>
          </a:prstGeom>
          <a:solidFill>
            <a:srgbClr val="144330"/>
          </a:solidFill>
          <a:ln w="12700">
            <a:solidFill>
              <a:srgbClr val="144330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0" y="2478024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AF9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389120" y="3383280"/>
            <a:ext cx="3410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330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Circularidade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4389120" y="4297680"/>
            <a:ext cx="341071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C22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[BENEFÍCIO COM EVIDÊNCIA VALIDADA]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8183880" y="2468880"/>
            <a:ext cx="548640" cy="548640"/>
          </a:xfrm>
          <a:prstGeom prst="rect">
            <a:avLst/>
          </a:prstGeom>
          <a:solidFill>
            <a:srgbClr val="144330"/>
          </a:solidFill>
          <a:ln w="12700">
            <a:solidFill>
              <a:srgbClr val="144330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83880" y="2478024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AF9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183880" y="3383280"/>
            <a:ext cx="3410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330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Eficiência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8183880" y="4297680"/>
            <a:ext cx="341071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C22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[BENEFÍCIO COM EVIDÊNCIA VALIDADA]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5943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86157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397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 / PROCESSO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94360" y="960120"/>
            <a:ext cx="10881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44330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Do desafio à solução.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594360" y="2560320"/>
            <a:ext cx="2468880" cy="73152"/>
          </a:xfrm>
          <a:prstGeom prst="rect">
            <a:avLst/>
          </a:prstGeom>
          <a:solidFill>
            <a:srgbClr val="639735"/>
          </a:solidFill>
          <a:ln w="12700">
            <a:solidFill>
              <a:srgbClr val="639735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288036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639735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01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94360" y="38404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4330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Briefing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594360" y="475488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C22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[ETAPA / PRAZO VALIDADO]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429000" y="2560320"/>
            <a:ext cx="2468880" cy="73152"/>
          </a:xfrm>
          <a:prstGeom prst="rect">
            <a:avLst/>
          </a:prstGeom>
          <a:solidFill>
            <a:srgbClr val="639735"/>
          </a:solidFill>
          <a:ln w="12700">
            <a:solidFill>
              <a:srgbClr val="639735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29000" y="288036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639735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02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3429000" y="38404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4330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Engenharia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3429000" y="475488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C22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[ETAPA / PRAZO VALIDADO]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263640" y="2560320"/>
            <a:ext cx="2468880" cy="73152"/>
          </a:xfrm>
          <a:prstGeom prst="rect">
            <a:avLst/>
          </a:prstGeom>
          <a:solidFill>
            <a:srgbClr val="639735"/>
          </a:solidFill>
          <a:ln w="12700">
            <a:solidFill>
              <a:srgbClr val="639735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63640" y="288036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639735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03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6263640" y="38404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4330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Validação</a:t>
            </a:r>
            <a:endParaRPr lang="en-US" sz="2500" dirty="0"/>
          </a:p>
        </p:txBody>
      </p:sp>
      <p:sp>
        <p:nvSpPr>
          <p:cNvPr id="15" name="Text 13"/>
          <p:cNvSpPr/>
          <p:nvPr/>
        </p:nvSpPr>
        <p:spPr>
          <a:xfrm>
            <a:off x="6263640" y="475488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C22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[ETAPA / PRAZO VALIDADO]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9098280" y="2560320"/>
            <a:ext cx="2468880" cy="73152"/>
          </a:xfrm>
          <a:prstGeom prst="rect">
            <a:avLst/>
          </a:prstGeom>
          <a:solidFill>
            <a:srgbClr val="639735"/>
          </a:solidFill>
          <a:ln w="12700">
            <a:solidFill>
              <a:srgbClr val="639735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098280" y="288036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639735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04</a:t>
            </a:r>
            <a:endParaRPr lang="en-US" sz="3800" dirty="0"/>
          </a:p>
        </p:txBody>
      </p:sp>
      <p:sp>
        <p:nvSpPr>
          <p:cNvPr id="18" name="Text 16"/>
          <p:cNvSpPr/>
          <p:nvPr/>
        </p:nvSpPr>
        <p:spPr>
          <a:xfrm>
            <a:off x="9098280" y="38404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4330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Produção</a:t>
            </a:r>
            <a:endParaRPr lang="en-US" sz="2500" dirty="0"/>
          </a:p>
        </p:txBody>
      </p:sp>
      <p:sp>
        <p:nvSpPr>
          <p:cNvPr id="19" name="Text 17"/>
          <p:cNvSpPr/>
          <p:nvPr/>
        </p:nvSpPr>
        <p:spPr>
          <a:xfrm>
            <a:off x="9098280" y="475488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C22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[ETAPA / PRAZO VALIDADO]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5943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86157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397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 / CASE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94360" y="960120"/>
            <a:ext cx="10881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44330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[NOME DO CASE APROVADO]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594360" y="2468880"/>
            <a:ext cx="3657600" cy="3429000"/>
          </a:xfrm>
          <a:prstGeom prst="rect">
            <a:avLst/>
          </a:prstGeom>
          <a:solidFill>
            <a:srgbClr val="144330"/>
          </a:solidFill>
          <a:ln w="12700">
            <a:solidFill>
              <a:srgbClr val="144330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301752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AF9F4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[RESULTADO]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68680" y="438912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AF9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[MÉTRICA + FONTE + PERÍODO]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754880" y="246888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4330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[DESAFIO]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754880" y="315468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C22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[CONTEXTO DO CLIENTE]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754880" y="41148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4330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[SOLUÇÃO]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754880" y="484632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C22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[DESCRIÇÃO DA APLICAÇÃO VALIDADA]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5943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86157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397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 / PROPOSTA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94360" y="960120"/>
            <a:ext cx="10881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44330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[ESCOPO COMERCIAL]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594360" y="2468880"/>
            <a:ext cx="10972800" cy="822960"/>
          </a:xfrm>
          <a:prstGeom prst="rect">
            <a:avLst/>
          </a:prstGeom>
          <a:solidFill>
            <a:srgbClr val="D3DFD9"/>
          </a:solidFill>
          <a:ln w="12700">
            <a:solidFill>
              <a:srgbClr val="D3DFD9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6517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44330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Solução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3200400" y="26517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C22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[PRODUTO / QUANTIDADE]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94360" y="3566160"/>
            <a:ext cx="10972800" cy="822960"/>
          </a:xfrm>
          <a:prstGeom prst="rect">
            <a:avLst/>
          </a:prstGeom>
          <a:solidFill>
            <a:srgbClr val="F5F0E5"/>
          </a:solidFill>
          <a:ln w="12700">
            <a:solidFill>
              <a:srgbClr val="F5F0E5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7490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44330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Condições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3200400" y="37490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C22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[PREÇO / PAGAMENTO / FRETE]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94360" y="4663440"/>
            <a:ext cx="10972800" cy="822960"/>
          </a:xfrm>
          <a:prstGeom prst="rect">
            <a:avLst/>
          </a:prstGeom>
          <a:solidFill>
            <a:srgbClr val="D3DFD9"/>
          </a:solidFill>
          <a:ln w="12700">
            <a:solidFill>
              <a:srgbClr val="D3DFD9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48463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44330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Entrega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3200400" y="48463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C22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[PRAZO / VALIDADE / RESPONSÁVEIS]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5943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86157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A2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CONTATO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94360" y="960120"/>
            <a:ext cx="10881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AF9F4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Vamos conversar.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594360" y="26060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AF9F4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Fernanda Cano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94360" y="3703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AF9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fernanda@tamoiostecnologia.com.br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94360" y="45262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AF9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+55 11 94006 6986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94360" y="53035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AF9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@tamoios_tecnologia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9281160" y="2560320"/>
            <a:ext cx="2286000" cy="2286000"/>
          </a:xfrm>
          <a:prstGeom prst="rect">
            <a:avLst/>
          </a:prstGeom>
          <a:solidFill>
            <a:srgbClr val="FAF9F4"/>
          </a:solidFill>
          <a:ln w="12700">
            <a:solidFill>
              <a:srgbClr val="FAF9F4">
                <a:alpha val="0"/>
              </a:srgbClr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0" y="2697480"/>
            <a:ext cx="2011680" cy="201168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5943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AF9F4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Fraunce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Tamoios — Modelo comercial</dc:title>
  <dc:subject>Modelo editável de apresentações comerciais</dc:subject>
  <dc:creator>Tamoios Tecnologia</dc:creator>
  <cp:lastModifiedBy>Tamoios Tecnologia</cp:lastModifiedBy>
  <cp:revision>1</cp:revision>
  <dcterms:created xsi:type="dcterms:W3CDTF">2026-10-11T21:23:11Z</dcterms:created>
  <dcterms:modified xsi:type="dcterms:W3CDTF">2026-10-11T21:23:11Z</dcterms:modified>
</cp:coreProperties>
</file>